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44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327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tragedia con altísima mortalidad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89611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de abril de 1912 · Océano Atlántico Norte · 891 pasajeros registrados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3532" y="1371600"/>
            <a:ext cx="2651760" cy="14630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71600"/>
            <a:ext cx="91440" cy="14630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4475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Pasajeros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450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dataset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371600"/>
            <a:ext cx="2651760" cy="14630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1371600"/>
            <a:ext cx="91440" cy="1463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44475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549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337560" y="2148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Fallecidos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450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61.6% del total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651760" cy="14630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371600"/>
            <a:ext cx="91440" cy="14630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44475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342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217920" y="2148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Supervivientes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450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38.4% del total</a:t>
            </a:r>
            <a:endParaRPr lang="en-US" sz="10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1508"/>
            <a:ext cx="8595360" cy="215341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8C0"/>
                </a:solidFill>
              </a:rPr>
              <a:t>1 / 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"Las mujeres y los niños primero"… los datos lo confirman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en términos absolutos sobrevivieron más hombres — simplemente porque había muchos más a bordo.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6187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74.2%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Mujeres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123444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54680" y="126187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59.0%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154680" y="18288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Niños/as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23444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26187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18.9%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035040" y="18288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Hombres</a:t>
            </a:r>
            <a:endParaRPr lang="en-US" sz="12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377440"/>
            <a:ext cx="8595360" cy="25146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DAFC0"/>
                </a:solidFill>
              </a:rPr>
              <a:t>2 / 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tuvo una influencia decisiva…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pasajeros de 1ª clase tenían acceso prioritario a los botes salvavidas — ubicados en cubiertas superiores.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2651760" cy="10058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258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supervivencia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1762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Clase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1298448"/>
            <a:ext cx="2651760" cy="10058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3258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47.3%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154680" y="1920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supervivencia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54680" y="21762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Clase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298448"/>
            <a:ext cx="2651760" cy="10058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3258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24.2%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035040" y="1920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supervivencia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35040" y="21762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3ª Clase</a:t>
            </a:r>
            <a:endParaRPr lang="en-US" sz="12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78608"/>
            <a:ext cx="8595360" cy="23317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8C0"/>
                </a:solidFill>
              </a:rPr>
              <a:t>3 / 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y explica las diferencias entre mujeres y niños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mujer en 3ª clase tenía solo un 50% de probabilidad de sobrevivir — similar a la de los niños en 3ª clase (37.7%).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83564"/>
            <a:ext cx="859536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E8F4EC"/>
          </a:solidFill>
          <a:ln w="12700">
            <a:solidFill>
              <a:srgbClr val="B8DCC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6908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social es la variable con mayor </a:t>
            </a:r>
            <a:r>
              <a:rPr lang="en-US" sz="1100" b="1" dirty="0" err="1" smtClean="0">
                <a:solidFill>
                  <a:srgbClr val="1D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influencia</a:t>
            </a:r>
            <a:r>
              <a:rPr lang="en-US" sz="1100" b="1" dirty="0" smtClean="0">
                <a:solidFill>
                  <a:srgbClr val="1D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 smtClean="0">
                <a:solidFill>
                  <a:srgbClr val="1D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b="1" dirty="0" smtClean="0">
                <a:solidFill>
                  <a:srgbClr val="1D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100" b="1" dirty="0" err="1" smtClean="0">
                <a:solidFill>
                  <a:srgbClr val="1D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supervivencia</a:t>
            </a:r>
            <a:r>
              <a:rPr lang="en-US" sz="1100" b="1" dirty="0" smtClean="0">
                <a:solidFill>
                  <a:srgbClr val="1D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>
                <a:solidFill>
                  <a:srgbClr val="1D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por encima del sexo o la edad.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DAFC0"/>
                </a:solidFill>
              </a:rPr>
              <a:t>4 / 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puerto de embarque: ¿causa o reflejo?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Cherbourg tiene la mayor tasa de supervivencia (55.4%) — porque embarcó proporcionalmente más pasajeros de 1ª clase (</a:t>
            </a:r>
            <a:r>
              <a:rPr lang="en-US" sz="1200" i="1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r>
              <a:rPr lang="en-US" sz="1200" i="1" smtClean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%)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61872"/>
            <a:ext cx="8595360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645152"/>
            <a:ext cx="8595360" cy="365760"/>
          </a:xfrm>
          <a:prstGeom prst="rect">
            <a:avLst/>
          </a:prstGeom>
          <a:solidFill>
            <a:srgbClr val="1A2E44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672584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el puerto de embarque no es causa de la supervivencia — es un </a:t>
            </a:r>
            <a:r>
              <a:rPr lang="en-US" sz="1100" b="1" dirty="0" err="1" smtClean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reflejo</a:t>
            </a:r>
            <a:r>
              <a:rPr lang="en-US" sz="1100" b="1" dirty="0" smtClean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clase social del pasaje.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8C0"/>
                </a:solidFill>
              </a:rPr>
              <a:t>5 /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250</Words>
  <Application>Microsoft Office PowerPoint</Application>
  <PresentationFormat>Presentación en pantalla (16:9)</PresentationFormat>
  <Paragraphs>46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Titanic — Análisis de supervivencia</dc:title>
  <dc:subject>PptxGenJS Presentation</dc:subject>
  <dc:creator>PptxGenJS</dc:creator>
  <cp:lastModifiedBy>Cuenta Microsoft</cp:lastModifiedBy>
  <cp:revision>4</cp:revision>
  <dcterms:created xsi:type="dcterms:W3CDTF">2026-05-05T20:03:54Z</dcterms:created>
  <dcterms:modified xsi:type="dcterms:W3CDTF">2026-05-05T21:12:13Z</dcterms:modified>
</cp:coreProperties>
</file>